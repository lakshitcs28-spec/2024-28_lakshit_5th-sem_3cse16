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40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itsaroha2@outlook.com" userId="90c3b259ab43d7f7" providerId="LiveId" clId="{7E41EEC5-6D68-4CF7-9CF7-2659C4221C85}"/>
    <pc:docChg chg="modSld">
      <pc:chgData name="lakshitsaroha2@outlook.com" userId="90c3b259ab43d7f7" providerId="LiveId" clId="{7E41EEC5-6D68-4CF7-9CF7-2659C4221C85}" dt="2026-09-09T17:15:46.947" v="20" actId="20577"/>
      <pc:docMkLst>
        <pc:docMk/>
      </pc:docMkLst>
      <pc:sldChg chg="modSp mod">
        <pc:chgData name="lakshitsaroha2@outlook.com" userId="90c3b259ab43d7f7" providerId="LiveId" clId="{7E41EEC5-6D68-4CF7-9CF7-2659C4221C85}" dt="2026-09-09T17:15:46.947" v="20" actId="20577"/>
        <pc:sldMkLst>
          <pc:docMk/>
          <pc:sldMk cId="0" sldId="266"/>
        </pc:sldMkLst>
        <pc:spChg chg="mod">
          <ac:chgData name="lakshitsaroha2@outlook.com" userId="90c3b259ab43d7f7" providerId="LiveId" clId="{7E41EEC5-6D68-4CF7-9CF7-2659C4221C85}" dt="2026-09-09T17:15:46.947" v="20" actId="20577"/>
          <ac:spMkLst>
            <pc:docMk/>
            <pc:sldMk cId="0" sldId="26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270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Today I am going to present my summer internship experience at YuvaIntern. I completed the internship in the role of Junior Frontend Developer Intern. In this presentation, I will explain the internship context, frontend development concepts, relevant technologies, development workflow, learning outcomes and future scope.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gives an overview of my internship. The certificate confirms my role as a Junior Frontend Developer Intern at YuvaIntern and confirms successful completion. It also highlights professional qualities such as dedication, professionalism, willingness to learn, integrity and commitment.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Frontend development is the user-facing side of web development. HTML creates the structure, CSS controls the appearance and JavaScript adds interaction. Responsive design is important because users access websites from desktops, tablets and mobile devices.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a Junior Frontend Developer Intern, the focus is generally on learning and applying frontend-development concepts. Typical activities can include working with interfaces, styling, testing and debugging. I have kept these as typical responsibilities because the certificate does not list my exact day-to-day tasks.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technologies and tools relevant to the frontend-development domain. HTML, CSS and JavaScript are the core technologies. Responsive design and browser developer tools are also important. Git is commonly used for version control. The exact tools used during my internship should be confirmed from my internship records.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simple frontend workflow starts with understanding the requirement. Then the developer creates the structure, applies styling and adds interaction. Testing and debugging are important before considering the interface complete. This cycle may be repeated to improve the result.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Responsive design means that a website should adapt to different screen sizes. A layout that looks good on a desktop may need changes for a mobile screen. Testing different sizes helps developers find and fix these issues.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Testing and debugging are important because frontend errors can affect how users see or interact with a webpage. A systematic process is useful: reproduce the problem, inspect the code, identify the cause, make a change and test again.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internship is not only about technical skills. Professional skills are equally important. My certificate specifically recognizes dedication, professionalism, integrity, commitment and willingness to learn and grow. These qualities are useful for building a strong foundation for a software-development career.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Frontend development has several challenges, especially while learning. Responsive layouts, browser compatibility and debugging require practice. In the future, I can continue learning advanced JavaScript, frameworks, TypeScript, APIs, accessibility and performance optimization. These are future learning areas, not claims about technologies already completed.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the internship provided valuable exposure to frontend development and professional learning. It reinforced the importance of continuous improvement and responsible work. I look forward to developing stronger technical skills and learning advanced web technologies in the future.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Summer Internship Presentation</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25880"/>
            <a:ext cx="10698480" cy="4892040"/>
          </a:xfrm>
          <a:prstGeom prst="rect">
            <a:avLst/>
          </a:prstGeom>
          <a:noFill/>
        </p:spPr>
        <p:txBody>
          <a:bodyPr wrap="square">
            <a:spAutoFit/>
          </a:bodyPr>
          <a:lstStyle/>
          <a:p>
            <a:pPr>
              <a:spcAft>
                <a:spcPts val="1200"/>
              </a:spcAft>
              <a:defRPr sz="1800"/>
            </a:pPr>
            <a:r>
              <a:t>Frontend Development Internship at YuvaIntern</a:t>
            </a:r>
          </a:p>
          <a:p>
            <a:pPr>
              <a:spcAft>
                <a:spcPts val="1200"/>
              </a:spcAft>
              <a:defRPr sz="1800"/>
            </a:pPr>
            <a:r>
              <a:t>Role: Junior Frontend Developer Intern</a:t>
            </a:r>
          </a:p>
          <a:p>
            <a:pPr>
              <a:spcAft>
                <a:spcPts val="1200"/>
              </a:spcAft>
              <a:defRPr sz="1800"/>
            </a:pPr>
            <a:r>
              <a:t>Presented by: Lakshit Saroha</a:t>
            </a:r>
          </a:p>
          <a:p>
            <a:pPr>
              <a:spcAft>
                <a:spcPts val="1200"/>
              </a:spcAft>
              <a:defRPr sz="1800"/>
            </a:pPr>
            <a:r>
              <a:t>B.Tech Computer Science &amp; Engineering | IILM</a:t>
            </a:r>
          </a:p>
          <a:p>
            <a:pPr>
              <a:spcAft>
                <a:spcPts val="1200"/>
              </a:spcAft>
              <a:defRPr sz="1800"/>
            </a:pPr>
            <a:r>
              <a:t>Certificate No.: YI/2026/205028/447196</a:t>
            </a:r>
          </a:p>
          <a:p>
            <a:pPr>
              <a:spcAft>
                <a:spcPts val="1200"/>
              </a:spcAft>
              <a:defRPr sz="1800"/>
            </a:pPr>
            <a:r>
              <a:t>Certificate issued: October 11,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Internship Overview</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25880"/>
            <a:ext cx="10698480" cy="4892040"/>
          </a:xfrm>
          <a:prstGeom prst="rect">
            <a:avLst/>
          </a:prstGeom>
          <a:noFill/>
        </p:spPr>
        <p:txBody>
          <a:bodyPr wrap="square">
            <a:spAutoFit/>
          </a:bodyPr>
          <a:lstStyle/>
          <a:p>
            <a:pPr>
              <a:spcAft>
                <a:spcPts val="1200"/>
              </a:spcAft>
              <a:defRPr sz="1800"/>
            </a:pPr>
            <a:r>
              <a:t>Organization: YuvaIntern</a:t>
            </a:r>
          </a:p>
          <a:p>
            <a:pPr>
              <a:spcAft>
                <a:spcPts val="1200"/>
              </a:spcAft>
              <a:defRPr sz="1800"/>
            </a:pPr>
            <a:r>
              <a:t>Internship Role: Junior Frontend Developer Intern</a:t>
            </a:r>
          </a:p>
          <a:p>
            <a:pPr>
              <a:spcAft>
                <a:spcPts val="1200"/>
              </a:spcAft>
              <a:defRPr sz="1800"/>
            </a:pPr>
            <a:r>
              <a:t>Domain: Frontend Development</a:t>
            </a:r>
          </a:p>
          <a:p>
            <a:pPr>
              <a:spcAft>
                <a:spcPts val="1200"/>
              </a:spcAft>
              <a:defRPr sz="1800"/>
            </a:pPr>
            <a:r>
              <a:t>Internship Type: Summer Internship</a:t>
            </a:r>
          </a:p>
          <a:p>
            <a:pPr>
              <a:spcAft>
                <a:spcPts val="1200"/>
              </a:spcAft>
              <a:defRPr sz="1800"/>
            </a:pPr>
            <a:r>
              <a:t>Duration: [TO BE ADDED FROM INTERNSHIP RECORD]</a:t>
            </a:r>
          </a:p>
          <a:p>
            <a:pPr>
              <a:spcAft>
                <a:spcPts val="1200"/>
              </a:spcAft>
              <a:defRPr sz="1800"/>
            </a:pPr>
            <a:r>
              <a:t>The Certificate of Experience confirms successful completion of the internship.</a:t>
            </a:r>
          </a:p>
          <a:p>
            <a:pPr>
              <a:spcAft>
                <a:spcPts val="1200"/>
              </a:spcAft>
              <a:defRPr sz="1500"/>
            </a:pPr>
            <a:r>
              <a:t>Professional qualities recognized: dedication, professionalism, willingness to learn and grow, integrity and commitment.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Understanding Frontend Development</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rontend_stack.png"/>
          <p:cNvPicPr>
            <a:picLocks noChangeAspect="1"/>
          </p:cNvPicPr>
          <p:nvPr/>
        </p:nvPicPr>
        <p:blipFill>
          <a:blip r:embed="rId3"/>
          <a:stretch>
            <a:fillRect/>
          </a:stretch>
        </p:blipFill>
        <p:spPr>
          <a:xfrm>
            <a:off x="6629400" y="1325880"/>
            <a:ext cx="4983480" cy="4251960"/>
          </a:xfrm>
          <a:prstGeom prst="rect">
            <a:avLst/>
          </a:prstGeom>
        </p:spPr>
      </p:pic>
      <p:sp>
        <p:nvSpPr>
          <p:cNvPr id="5" name="TextBox 4"/>
          <p:cNvSpPr txBox="1"/>
          <p:nvPr/>
        </p:nvSpPr>
        <p:spPr>
          <a:xfrm>
            <a:off x="731520" y="1325880"/>
            <a:ext cx="5394960" cy="4892040"/>
          </a:xfrm>
          <a:prstGeom prst="rect">
            <a:avLst/>
          </a:prstGeom>
          <a:noFill/>
        </p:spPr>
        <p:txBody>
          <a:bodyPr wrap="square">
            <a:spAutoFit/>
          </a:bodyPr>
          <a:lstStyle/>
          <a:p>
            <a:pPr>
              <a:spcAft>
                <a:spcPts val="1200"/>
              </a:spcAft>
              <a:defRPr sz="1500"/>
            </a:pPr>
            <a:r>
              <a:t>Frontend development focuses on the part of a website or web application that users see and interact with.</a:t>
            </a:r>
          </a:p>
          <a:p>
            <a:pPr>
              <a:spcAft>
                <a:spcPts val="1200"/>
              </a:spcAft>
              <a:defRPr sz="1800"/>
            </a:pPr>
            <a:r>
              <a:t>HTML provides the basic structure and organizes webpage content.</a:t>
            </a:r>
          </a:p>
          <a:p>
            <a:pPr>
              <a:spcAft>
                <a:spcPts val="1200"/>
              </a:spcAft>
              <a:defRPr sz="1800"/>
            </a:pPr>
            <a:r>
              <a:t>CSS controls presentation, layout, spacing, typography and visual appearance.</a:t>
            </a:r>
          </a:p>
          <a:p>
            <a:pPr>
              <a:spcAft>
                <a:spcPts val="1200"/>
              </a:spcAft>
              <a:defRPr sz="1800"/>
            </a:pPr>
            <a:r>
              <a:t>JavaScript adds interaction and dynamic behavior.</a:t>
            </a:r>
          </a:p>
          <a:p>
            <a:pPr>
              <a:spcAft>
                <a:spcPts val="1200"/>
              </a:spcAft>
              <a:defRPr sz="1800"/>
            </a:pPr>
            <a:r>
              <a:t>Responsive design helps interfaces adapt to different screen sizes.</a:t>
            </a:r>
          </a:p>
          <a:p>
            <a:pPr>
              <a:spcAft>
                <a:spcPts val="1200"/>
              </a:spcAft>
              <a:defRPr sz="1800"/>
            </a:pPr>
            <a:r>
              <a:t>Together, these concepts form an important foundation for modern web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Role: Junior Frontend Developer Intern</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25880"/>
            <a:ext cx="10698480" cy="4892040"/>
          </a:xfrm>
          <a:prstGeom prst="rect">
            <a:avLst/>
          </a:prstGeom>
          <a:noFill/>
        </p:spPr>
        <p:txBody>
          <a:bodyPr wrap="square">
            <a:spAutoFit/>
          </a:bodyPr>
          <a:lstStyle/>
          <a:p>
            <a:pPr>
              <a:spcAft>
                <a:spcPts val="1200"/>
              </a:spcAft>
              <a:defRPr sz="1800"/>
            </a:pPr>
            <a:r>
              <a:t>The role is an entry-level learning position focused on frontend development.</a:t>
            </a:r>
          </a:p>
          <a:p>
            <a:pPr>
              <a:spcAft>
                <a:spcPts val="1200"/>
              </a:spcAft>
              <a:defRPr sz="1800"/>
            </a:pPr>
            <a:r>
              <a:t>Typical responsibilities may include understanding webpage structure and modifying user interfaces.</a:t>
            </a:r>
          </a:p>
          <a:p>
            <a:pPr>
              <a:spcAft>
                <a:spcPts val="1200"/>
              </a:spcAft>
              <a:defRPr sz="1800"/>
            </a:pPr>
            <a:r>
              <a:t>A junior developer may work with HTML, CSS and JavaScript concepts.</a:t>
            </a:r>
          </a:p>
          <a:p>
            <a:pPr>
              <a:spcAft>
                <a:spcPts val="1200"/>
              </a:spcAft>
              <a:defRPr sz="1800"/>
            </a:pPr>
            <a:r>
              <a:t>Testing and debugging are important parts of frontend development.</a:t>
            </a:r>
          </a:p>
          <a:p>
            <a:pPr>
              <a:spcAft>
                <a:spcPts val="1200"/>
              </a:spcAft>
              <a:defRPr sz="1800"/>
            </a:pPr>
            <a:r>
              <a:t>Developers also need to understand feedback and improve their work.</a:t>
            </a:r>
          </a:p>
          <a:p>
            <a:pPr>
              <a:spcAft>
                <a:spcPts val="1200"/>
              </a:spcAft>
              <a:defRPr sz="1800"/>
            </a:pPr>
            <a:r>
              <a:t>Exact internship tasks should be added from the student's actual internship records.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Technologies &amp; Tools Relevant to the Internship</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rontend_stack.png"/>
          <p:cNvPicPr>
            <a:picLocks noChangeAspect="1"/>
          </p:cNvPicPr>
          <p:nvPr/>
        </p:nvPicPr>
        <p:blipFill>
          <a:blip r:embed="rId3"/>
          <a:stretch>
            <a:fillRect/>
          </a:stretch>
        </p:blipFill>
        <p:spPr>
          <a:xfrm>
            <a:off x="6629400" y="1325880"/>
            <a:ext cx="4983480" cy="4251960"/>
          </a:xfrm>
          <a:prstGeom prst="rect">
            <a:avLst/>
          </a:prstGeom>
        </p:spPr>
      </p:pic>
      <p:sp>
        <p:nvSpPr>
          <p:cNvPr id="5" name="TextBox 4"/>
          <p:cNvSpPr txBox="1"/>
          <p:nvPr/>
        </p:nvSpPr>
        <p:spPr>
          <a:xfrm>
            <a:off x="731520" y="1325880"/>
            <a:ext cx="5394960" cy="4892040"/>
          </a:xfrm>
          <a:prstGeom prst="rect">
            <a:avLst/>
          </a:prstGeom>
          <a:noFill/>
        </p:spPr>
        <p:txBody>
          <a:bodyPr wrap="square">
            <a:spAutoFit/>
          </a:bodyPr>
          <a:lstStyle/>
          <a:p>
            <a:pPr>
              <a:spcAft>
                <a:spcPts val="1200"/>
              </a:spcAft>
              <a:defRPr sz="1800"/>
            </a:pPr>
            <a:r>
              <a:t>HTML — creates the structure of webpages and organizes content.</a:t>
            </a:r>
          </a:p>
          <a:p>
            <a:pPr>
              <a:spcAft>
                <a:spcPts val="1200"/>
              </a:spcAft>
              <a:defRPr sz="1800"/>
            </a:pPr>
            <a:r>
              <a:t>CSS — manages layouts, styling, spacing and responsive presentation.</a:t>
            </a:r>
          </a:p>
          <a:p>
            <a:pPr>
              <a:spcAft>
                <a:spcPts val="1200"/>
              </a:spcAft>
              <a:defRPr sz="1800"/>
            </a:pPr>
            <a:r>
              <a:t>JavaScript — supports interactive and dynamic webpage behavior.</a:t>
            </a:r>
          </a:p>
          <a:p>
            <a:pPr>
              <a:spcAft>
                <a:spcPts val="1200"/>
              </a:spcAft>
              <a:defRPr sz="1800"/>
            </a:pPr>
            <a:r>
              <a:t>Responsive Web Design — helps pages work across different screen sizes.</a:t>
            </a:r>
          </a:p>
          <a:p>
            <a:pPr>
              <a:spcAft>
                <a:spcPts val="1200"/>
              </a:spcAft>
              <a:defRPr sz="1800"/>
            </a:pPr>
            <a:r>
              <a:t>Browser Developer Tools — useful for inspection, testing and debugging.</a:t>
            </a:r>
          </a:p>
          <a:p>
            <a:pPr>
              <a:spcAft>
                <a:spcPts val="1200"/>
              </a:spcAft>
              <a:defRPr sz="1800"/>
            </a:pPr>
            <a:r>
              <a:t>Git / Version Control — commonly used to track and manage code changes.</a:t>
            </a:r>
          </a:p>
          <a:p>
            <a:pPr>
              <a:spcAft>
                <a:spcPts val="1200"/>
              </a:spcAft>
              <a:defRPr sz="1800"/>
            </a:pPr>
            <a:r>
              <a:t>Actual technologies used: [TO BE CONFIRMED FROM INTERNSHIP RECORDS].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Frontend Development Workflow</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rontend_workflow.png"/>
          <p:cNvPicPr>
            <a:picLocks noChangeAspect="1"/>
          </p:cNvPicPr>
          <p:nvPr/>
        </p:nvPicPr>
        <p:blipFill>
          <a:blip r:embed="rId3"/>
          <a:stretch>
            <a:fillRect/>
          </a:stretch>
        </p:blipFill>
        <p:spPr>
          <a:xfrm>
            <a:off x="6629400" y="1325880"/>
            <a:ext cx="4983480" cy="4251960"/>
          </a:xfrm>
          <a:prstGeom prst="rect">
            <a:avLst/>
          </a:prstGeom>
        </p:spPr>
      </p:pic>
      <p:sp>
        <p:nvSpPr>
          <p:cNvPr id="5" name="TextBox 4"/>
          <p:cNvSpPr txBox="1"/>
          <p:nvPr/>
        </p:nvSpPr>
        <p:spPr>
          <a:xfrm>
            <a:off x="731520" y="1325880"/>
            <a:ext cx="5394960" cy="4892040"/>
          </a:xfrm>
          <a:prstGeom prst="rect">
            <a:avLst/>
          </a:prstGeom>
          <a:noFill/>
        </p:spPr>
        <p:txBody>
          <a:bodyPr wrap="square">
            <a:spAutoFit/>
          </a:bodyPr>
          <a:lstStyle/>
          <a:p>
            <a:pPr>
              <a:spcAft>
                <a:spcPts val="1200"/>
              </a:spcAft>
              <a:defRPr sz="1800"/>
            </a:pPr>
            <a:r>
              <a:t>1. Understand the requirement and expected user interface.</a:t>
            </a:r>
          </a:p>
          <a:p>
            <a:pPr>
              <a:spcAft>
                <a:spcPts val="1200"/>
              </a:spcAft>
              <a:defRPr sz="1800"/>
            </a:pPr>
            <a:r>
              <a:t>2. Create the basic page structure.</a:t>
            </a:r>
          </a:p>
          <a:p>
            <a:pPr>
              <a:spcAft>
                <a:spcPts val="1200"/>
              </a:spcAft>
              <a:defRPr sz="1800"/>
            </a:pPr>
            <a:r>
              <a:t>3. Apply styling and arrange the layout.</a:t>
            </a:r>
          </a:p>
          <a:p>
            <a:pPr>
              <a:spcAft>
                <a:spcPts val="1200"/>
              </a:spcAft>
              <a:defRPr sz="1800"/>
            </a:pPr>
            <a:r>
              <a:t>4. Add interaction where required.</a:t>
            </a:r>
          </a:p>
          <a:p>
            <a:pPr>
              <a:spcAft>
                <a:spcPts val="1200"/>
              </a:spcAft>
              <a:defRPr sz="1800"/>
            </a:pPr>
            <a:r>
              <a:t>5. Test the interface on different screen sizes.</a:t>
            </a:r>
          </a:p>
          <a:p>
            <a:pPr>
              <a:spcAft>
                <a:spcPts val="1200"/>
              </a:spcAft>
              <a:defRPr sz="1800"/>
            </a:pPr>
            <a:r>
              <a:t>6. Debug issues and improve the final interface.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Responsive Design &amp; User Experience</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responsive_design.png"/>
          <p:cNvPicPr>
            <a:picLocks noChangeAspect="1"/>
          </p:cNvPicPr>
          <p:nvPr/>
        </p:nvPicPr>
        <p:blipFill>
          <a:blip r:embed="rId3"/>
          <a:stretch>
            <a:fillRect/>
          </a:stretch>
        </p:blipFill>
        <p:spPr>
          <a:xfrm>
            <a:off x="6629400" y="1325880"/>
            <a:ext cx="4983480" cy="4251960"/>
          </a:xfrm>
          <a:prstGeom prst="rect">
            <a:avLst/>
          </a:prstGeom>
        </p:spPr>
      </p:pic>
      <p:sp>
        <p:nvSpPr>
          <p:cNvPr id="5" name="TextBox 4"/>
          <p:cNvSpPr txBox="1"/>
          <p:nvPr/>
        </p:nvSpPr>
        <p:spPr>
          <a:xfrm>
            <a:off x="731520" y="1325880"/>
            <a:ext cx="5394960" cy="4892040"/>
          </a:xfrm>
          <a:prstGeom prst="rect">
            <a:avLst/>
          </a:prstGeom>
          <a:noFill/>
        </p:spPr>
        <p:txBody>
          <a:bodyPr wrap="square">
            <a:spAutoFit/>
          </a:bodyPr>
          <a:lstStyle/>
          <a:p>
            <a:pPr>
              <a:spcAft>
                <a:spcPts val="1200"/>
              </a:spcAft>
              <a:defRPr sz="1800"/>
            </a:pPr>
            <a:r>
              <a:t>Modern websites should provide a usable experience on different devices.</a:t>
            </a:r>
          </a:p>
          <a:p>
            <a:pPr>
              <a:spcAft>
                <a:spcPts val="1200"/>
              </a:spcAft>
              <a:defRPr sz="1800"/>
            </a:pPr>
            <a:r>
              <a:t>Responsive layouts can adjust columns, spacing, images and text according to screen size.</a:t>
            </a:r>
          </a:p>
          <a:p>
            <a:pPr>
              <a:spcAft>
                <a:spcPts val="1200"/>
              </a:spcAft>
              <a:defRPr sz="1800"/>
            </a:pPr>
            <a:r>
              <a:t>Mobile-friendly design improves accessibility and usability.</a:t>
            </a:r>
          </a:p>
          <a:p>
            <a:pPr>
              <a:spcAft>
                <a:spcPts val="1200"/>
              </a:spcAft>
              <a:defRPr sz="1800"/>
            </a:pPr>
            <a:r>
              <a:t>Consistent navigation and readable content help users understand the interface.</a:t>
            </a:r>
          </a:p>
          <a:p>
            <a:pPr>
              <a:spcAft>
                <a:spcPts val="1200"/>
              </a:spcAft>
              <a:defRPr sz="1800"/>
            </a:pPr>
            <a:r>
              <a:t>Testing at different screen sizes helps identify layout problems.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Testing, Debugging &amp; Improvement</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ebug_cycle.png"/>
          <p:cNvPicPr>
            <a:picLocks noChangeAspect="1"/>
          </p:cNvPicPr>
          <p:nvPr/>
        </p:nvPicPr>
        <p:blipFill>
          <a:blip r:embed="rId3"/>
          <a:stretch>
            <a:fillRect/>
          </a:stretch>
        </p:blipFill>
        <p:spPr>
          <a:xfrm>
            <a:off x="6629400" y="1325880"/>
            <a:ext cx="4983480" cy="4251960"/>
          </a:xfrm>
          <a:prstGeom prst="rect">
            <a:avLst/>
          </a:prstGeom>
        </p:spPr>
      </p:pic>
      <p:sp>
        <p:nvSpPr>
          <p:cNvPr id="5" name="TextBox 4"/>
          <p:cNvSpPr txBox="1"/>
          <p:nvPr/>
        </p:nvSpPr>
        <p:spPr>
          <a:xfrm>
            <a:off x="731520" y="1325880"/>
            <a:ext cx="5394960" cy="4892040"/>
          </a:xfrm>
          <a:prstGeom prst="rect">
            <a:avLst/>
          </a:prstGeom>
          <a:noFill/>
        </p:spPr>
        <p:txBody>
          <a:bodyPr wrap="square">
            <a:spAutoFit/>
          </a:bodyPr>
          <a:lstStyle/>
          <a:p>
            <a:pPr>
              <a:spcAft>
                <a:spcPts val="1200"/>
              </a:spcAft>
              <a:defRPr sz="1800"/>
            </a:pPr>
            <a:r>
              <a:t>Frontend development requires repeated testing after changes.</a:t>
            </a:r>
          </a:p>
          <a:p>
            <a:pPr>
              <a:spcAft>
                <a:spcPts val="1200"/>
              </a:spcAft>
              <a:defRPr sz="1800"/>
            </a:pPr>
            <a:r>
              <a:t>Browser Developer Tools can help inspect elements and identify problems.</a:t>
            </a:r>
          </a:p>
          <a:p>
            <a:pPr>
              <a:spcAft>
                <a:spcPts val="1200"/>
              </a:spcAft>
              <a:defRPr sz="1500"/>
            </a:pPr>
            <a:r>
              <a:t>A useful debugging process is: reproduce the issue, inspect the code, identify the cause, fix it and test again.</a:t>
            </a:r>
          </a:p>
          <a:p>
            <a:pPr>
              <a:spcAft>
                <a:spcPts val="1200"/>
              </a:spcAft>
              <a:defRPr sz="1800"/>
            </a:pPr>
            <a:r>
              <a:t>Small, controlled changes make it easier to understand what solved the problem.</a:t>
            </a:r>
          </a:p>
          <a:p>
            <a:pPr>
              <a:spcAft>
                <a:spcPts val="1200"/>
              </a:spcAft>
              <a:defRPr sz="1800"/>
            </a:pPr>
            <a:r>
              <a:t>Regular testing improves reliability and user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Skills &amp; Professional Growth</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25880"/>
            <a:ext cx="10698480" cy="4892040"/>
          </a:xfrm>
          <a:prstGeom prst="rect">
            <a:avLst/>
          </a:prstGeom>
          <a:noFill/>
        </p:spPr>
        <p:txBody>
          <a:bodyPr wrap="square">
            <a:spAutoFit/>
          </a:bodyPr>
          <a:lstStyle/>
          <a:p>
            <a:pPr>
              <a:spcAft>
                <a:spcPts val="1200"/>
              </a:spcAft>
              <a:defRPr sz="1500"/>
            </a:pPr>
            <a:r>
              <a:t>Technical learning areas: webpage structure, styling, responsive design, UI development and debugging.</a:t>
            </a:r>
          </a:p>
          <a:p>
            <a:pPr>
              <a:spcAft>
                <a:spcPts val="1200"/>
              </a:spcAft>
              <a:defRPr sz="1800"/>
            </a:pPr>
            <a:r>
              <a:t>Problem-solving helps in identifying the cause of technical issues.</a:t>
            </a:r>
          </a:p>
          <a:p>
            <a:pPr>
              <a:spcAft>
                <a:spcPts val="1200"/>
              </a:spcAft>
              <a:defRPr sz="1800"/>
            </a:pPr>
            <a:r>
              <a:t>Communication and teamwork are important when working with mentors or a development team.</a:t>
            </a:r>
          </a:p>
          <a:p>
            <a:pPr>
              <a:spcAft>
                <a:spcPts val="1200"/>
              </a:spcAft>
              <a:defRPr sz="1800"/>
            </a:pPr>
            <a:r>
              <a:t>Time management helps organize learning and development activities.</a:t>
            </a:r>
          </a:p>
          <a:p>
            <a:pPr>
              <a:spcAft>
                <a:spcPts val="1200"/>
              </a:spcAft>
              <a:defRPr sz="1500"/>
            </a:pPr>
            <a:r>
              <a:t>The certificate specifically recognizes dedication, professionalism, integrity, commitment and willingness to learn and grow.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Challenges &amp; Future Scope</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25880"/>
            <a:ext cx="10698480" cy="4892040"/>
          </a:xfrm>
          <a:prstGeom prst="rect">
            <a:avLst/>
          </a:prstGeom>
          <a:noFill/>
        </p:spPr>
        <p:txBody>
          <a:bodyPr wrap="square">
            <a:spAutoFit/>
          </a:bodyPr>
          <a:lstStyle/>
          <a:p>
            <a:pPr>
              <a:spcAft>
                <a:spcPts val="1200"/>
              </a:spcAft>
              <a:defRPr sz="1800"/>
            </a:pPr>
            <a:r>
              <a:t>Common frontend challenges include responsive layouts, browser differences and debugging errors.</a:t>
            </a:r>
          </a:p>
          <a:p>
            <a:pPr>
              <a:spcAft>
                <a:spcPts val="1200"/>
              </a:spcAft>
              <a:defRPr sz="1800"/>
            </a:pPr>
            <a:r>
              <a:t>Organizing CSS and understanding existing code can also require practice.</a:t>
            </a:r>
          </a:p>
          <a:p>
            <a:pPr>
              <a:spcAft>
                <a:spcPts val="1200"/>
              </a:spcAft>
              <a:defRPr sz="1800"/>
            </a:pPr>
            <a:r>
              <a:t>Future learning can include advanced JavaScript and modern frontend frameworks.</a:t>
            </a:r>
          </a:p>
          <a:p>
            <a:pPr>
              <a:spcAft>
                <a:spcPts val="1200"/>
              </a:spcAft>
              <a:defRPr sz="1800"/>
            </a:pPr>
            <a:r>
              <a:t>Other areas include TypeScript, API integration, accessibility and performance optimization.</a:t>
            </a:r>
          </a:p>
          <a:p>
            <a:pPr>
              <a:spcAft>
                <a:spcPts val="1200"/>
              </a:spcAft>
              <a:defRPr sz="1800"/>
            </a:pPr>
            <a:r>
              <a:t>Long-term growth can also lead toward full-stack development.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800" b="1"/>
            </a:pPr>
            <a:r>
              <a:t>Conclusion</a:t>
            </a:r>
          </a:p>
        </p:txBody>
      </p:sp>
      <p:sp>
        <p:nvSpPr>
          <p:cNvPr id="3" name="Rectangle 2"/>
          <p:cNvSpPr/>
          <p:nvPr/>
        </p:nvSpPr>
        <p:spPr>
          <a:xfrm>
            <a:off x="594360" y="987552"/>
            <a:ext cx="10972800" cy="45720"/>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25880"/>
            <a:ext cx="10698480" cy="2523768"/>
          </a:xfrm>
          <a:prstGeom prst="rect">
            <a:avLst/>
          </a:prstGeom>
          <a:noFill/>
        </p:spPr>
        <p:txBody>
          <a:bodyPr wrap="square">
            <a:spAutoFit/>
          </a:bodyPr>
          <a:lstStyle/>
          <a:p>
            <a:pPr>
              <a:spcAft>
                <a:spcPts val="1200"/>
              </a:spcAft>
              <a:defRPr sz="1800"/>
            </a:pPr>
            <a:r>
              <a:rPr dirty="0"/>
              <a:t>The internship provided valuable exposure to the frontend-development domain.</a:t>
            </a:r>
          </a:p>
          <a:p>
            <a:pPr>
              <a:spcAft>
                <a:spcPts val="1200"/>
              </a:spcAft>
              <a:defRPr sz="1800"/>
            </a:pPr>
            <a:r>
              <a:rPr dirty="0"/>
              <a:t>It helped connect academic computer-science learning with practical web-development concepts.</a:t>
            </a:r>
          </a:p>
          <a:p>
            <a:pPr>
              <a:spcAft>
                <a:spcPts val="1200"/>
              </a:spcAft>
              <a:defRPr sz="1800"/>
            </a:pPr>
            <a:r>
              <a:rPr dirty="0"/>
              <a:t>The experience emphasizes continuous learning and professional discipline.</a:t>
            </a:r>
          </a:p>
          <a:p>
            <a:pPr>
              <a:spcAft>
                <a:spcPts val="1200"/>
              </a:spcAft>
              <a:defRPr sz="1800"/>
            </a:pPr>
            <a:r>
              <a:rPr dirty="0"/>
              <a:t>Dedication, professionalism, integrity and commitment are important alongside technical skills.</a:t>
            </a:r>
          </a:p>
          <a:p>
            <a:pPr>
              <a:spcAft>
                <a:spcPts val="1200"/>
              </a:spcAft>
              <a:defRPr sz="1800"/>
            </a:pPr>
            <a:r>
              <a:rPr dirty="0"/>
              <a:t>Future learning in advanced web technologies can support continued career growth.</a:t>
            </a:r>
          </a:p>
          <a:p>
            <a:pPr>
              <a:spcAft>
                <a:spcPts val="1200"/>
              </a:spcAft>
              <a:defRPr sz="1800"/>
            </a:pPr>
            <a:r>
              <a:rPr dirty="0"/>
              <a:t>THANK </a:t>
            </a:r>
            <a:r>
              <a:t>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1243</Words>
  <Application>Microsoft Office PowerPoint</Application>
  <PresentationFormat>Widescreen</PresentationFormat>
  <Paragraphs>86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lakshitsaroha2@outlook.com</cp:lastModifiedBy>
  <cp:revision>1</cp:revision>
  <dcterms:created xsi:type="dcterms:W3CDTF">2013-01-27T09:14:16Z</dcterms:created>
  <dcterms:modified xsi:type="dcterms:W3CDTF">2026-09-09T17:15:54Z</dcterms:modified>
  <cp:category/>
</cp:coreProperties>
</file>